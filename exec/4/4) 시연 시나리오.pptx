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104" d="100"/>
          <a:sy n="104" d="100"/>
        </p:scale>
        <p:origin x="62" y="1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3BC0A-6A42-4CAE-9E32-2E1E61809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CFBCF9-5F27-41C0-B410-7E1590A3D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F9B8B8-E8A3-4A67-9877-D5D8DB2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D12295-5EA2-41CE-BA31-E92F43083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181181-3227-4F4C-9344-76C31A214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88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38EEB-A858-4EBB-8B9B-A65CD740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5A2B4-FA25-4677-8CA9-791F267B5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400331-84AE-48BB-ACBF-2F334263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924F7F-6CF7-41DC-93D4-CADE2606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E0C609-D552-4FBB-95FC-2715062A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833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9E3F1-AE50-48D2-A762-55ED191FD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CE626D-89E5-4758-BC30-6F82D70FA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59C765-A287-4E0D-A0B9-8B5B3FFC2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0795B-1BF3-4329-A6F7-1200240F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F7C9FA-64FE-461B-A0CB-3DA7A44AA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67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5B418-50AB-4276-A185-4F726779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267AE3-FB1E-4638-8789-E706D974F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97580C-E851-4F1F-94A0-E684FBE23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61F2E-F07D-4AC3-AE00-9FD93CC4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B42527-2990-49B8-9F29-7909F1D5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E2D894-052D-403A-9C3B-26A595A7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98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96EDDA-D1A7-4F84-91B7-7BDA2E0CB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4620A-FF33-4947-A8B4-26FD13A2B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F16FFD-8E5F-4A3C-B7D3-B79D2799E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7D35D9-9D7D-41E5-9F49-8FC194F73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4500D6-9E7D-4A54-8428-2130D5011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4049E2-0CE3-40AF-B223-CFB4AD52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D8FB45-3A6F-447F-8DE0-EBC5D5FC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ECD240-11F0-4AD5-A9F4-B765A7E5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15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B9EF7-2674-4717-B470-B72180D26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5C8B8E-B4DB-45EF-87DB-3FF4A46D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58D42A-6C4E-47F1-820E-B07FC0BC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6A8069-8ABF-442A-BC33-6D3C6162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52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0DB168-8AF6-49C0-B3E7-FADDF5B80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1D5F910-F62D-4168-A3DC-92F8D0ED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D0A931-6408-4AEC-980A-AE7E55D6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802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D4742-1500-4C3B-BBB4-DC2FCAEF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ED00FB-E8E3-412C-B6F6-596F0BFCB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413A41-4166-4BE0-A125-8C7B0F353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F55DFF-0AEB-4F38-BAF2-AB645424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83F242-7CC0-4EE5-87C1-2E18C43E1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22BBCE-8323-4E06-AD57-817541E72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556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5C75-A8BE-47AE-AF9C-6C34C4C9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A6E464-4222-47CF-8650-D220AA313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78703E-416D-4E23-96FB-4885904D2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4D0D31-95DE-4A6D-A997-BC25CFF0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A497D9-46CF-484C-83B9-C1A883DF2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BC47A5-ED27-4712-9067-1E6E2D64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4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27747-0AA2-4B0A-B2D8-A7511094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0B046C-3CBF-4CF6-9D04-173617356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9F6E9F-845F-4D68-AB11-84C8F358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254BD-CD71-4770-88BA-1015A8B9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2945BE-48D8-45DA-ABA7-E3E9FE4C9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41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77A760-853D-4E15-B6FA-5A185677D3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35FFF8-F3B8-44E2-8A4C-2B63C95C8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B1CD80-78B9-4F86-8638-78C86574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EA56F-24C3-41EF-B76F-A1907A9D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3A3B2-15BB-4AD7-95B4-956446018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22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E3CB7DE-64F5-4B44-AA20-F9B1854B3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AADEBA-80E4-43CB-89B8-6665B44D8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1FE25-0761-4879-AB24-C6B5BC9BE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79938-B1EC-4197-B33C-1F00E053BFBC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6B34F-C04D-46E2-A901-769D8844D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FA876B-984C-4425-9CE6-6A685A019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506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AE809-8CCA-4452-97A0-3F9AA55EB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0178"/>
            <a:ext cx="9144000" cy="2387600"/>
          </a:xfrm>
        </p:spPr>
        <p:txBody>
          <a:bodyPr/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시연 시나리오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7E205C-57E9-4012-987D-3128470C4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5330"/>
            <a:ext cx="9144000" cy="1655762"/>
          </a:xfrm>
        </p:spPr>
        <p:txBody>
          <a:bodyPr/>
          <a:lstStyle/>
          <a:p>
            <a:r>
              <a:rPr lang="en-US" altLang="ko-KR" dirty="0"/>
              <a:t>B201(</a:t>
            </a:r>
            <a:r>
              <a:rPr lang="ko-KR" altLang="en-US" dirty="0"/>
              <a:t>부릉부릉</a:t>
            </a:r>
            <a:r>
              <a:rPr lang="en-US" altLang="ko-KR" dirty="0"/>
              <a:t>) – </a:t>
            </a:r>
            <a:r>
              <a:rPr lang="en-US" altLang="ko-KR" dirty="0" err="1"/>
              <a:t>Cescar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4830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35E474D1-364B-478B-A61F-2992D79D3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6276" y="389914"/>
            <a:ext cx="2258646" cy="446332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로그인</a:t>
            </a:r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E3C83FB-AF14-47D8-9C48-EA78D92FA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057" y="389914"/>
            <a:ext cx="3214998" cy="631092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963578C-96EC-4DF9-AB6C-3194E0CBF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622" y="366468"/>
            <a:ext cx="3211968" cy="6310923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7FBDDB7-4C04-4F6C-A2C5-D49CE246E21C}"/>
              </a:ext>
            </a:extLst>
          </p:cNvPr>
          <p:cNvCxnSpPr>
            <a:cxnSpLocks/>
            <a:stCxn id="24" idx="1"/>
            <a:endCxn id="27" idx="3"/>
          </p:cNvCxnSpPr>
          <p:nvPr/>
        </p:nvCxnSpPr>
        <p:spPr>
          <a:xfrm flipH="1">
            <a:off x="5207715" y="2456767"/>
            <a:ext cx="2224716" cy="880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DC8AF31-4992-4A74-B526-7C3B777060B7}"/>
              </a:ext>
            </a:extLst>
          </p:cNvPr>
          <p:cNvCxnSpPr>
            <a:cxnSpLocks/>
            <a:stCxn id="24" idx="1"/>
            <a:endCxn id="30" idx="3"/>
          </p:cNvCxnSpPr>
          <p:nvPr/>
        </p:nvCxnSpPr>
        <p:spPr>
          <a:xfrm flipH="1">
            <a:off x="4626708" y="2456767"/>
            <a:ext cx="2805723" cy="1413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FDB7910-C422-4DE0-9EAB-6488B7992BAD}"/>
              </a:ext>
            </a:extLst>
          </p:cNvPr>
          <p:cNvSpPr txBox="1"/>
          <p:nvPr/>
        </p:nvSpPr>
        <p:spPr>
          <a:xfrm>
            <a:off x="7432431" y="2133601"/>
            <a:ext cx="3211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아이디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비밀번호 입력 후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 (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테스트 계정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3FFE111-C409-4DB1-B0F6-5707A148F9EE}"/>
              </a:ext>
            </a:extLst>
          </p:cNvPr>
          <p:cNvSpPr/>
          <p:nvPr/>
        </p:nvSpPr>
        <p:spPr>
          <a:xfrm>
            <a:off x="4321908" y="3212126"/>
            <a:ext cx="885807" cy="25009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9AEAA01-35D1-48A1-B6F2-C9EBA644453B}"/>
              </a:ext>
            </a:extLst>
          </p:cNvPr>
          <p:cNvSpPr/>
          <p:nvPr/>
        </p:nvSpPr>
        <p:spPr>
          <a:xfrm>
            <a:off x="4321907" y="3774832"/>
            <a:ext cx="304801" cy="1914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F66AF0D-6136-4E00-A4A9-94A4806067BB}"/>
              </a:ext>
            </a:extLst>
          </p:cNvPr>
          <p:cNvSpPr/>
          <p:nvPr/>
        </p:nvSpPr>
        <p:spPr>
          <a:xfrm>
            <a:off x="4183804" y="4078682"/>
            <a:ext cx="2560873" cy="3320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15B84C0-D643-403C-8DD2-2303E1F6DDD1}"/>
              </a:ext>
            </a:extLst>
          </p:cNvPr>
          <p:cNvCxnSpPr>
            <a:cxnSpLocks/>
            <a:stCxn id="36" idx="1"/>
            <a:endCxn id="32" idx="3"/>
          </p:cNvCxnSpPr>
          <p:nvPr/>
        </p:nvCxnSpPr>
        <p:spPr>
          <a:xfrm flipH="1">
            <a:off x="6744677" y="3144215"/>
            <a:ext cx="687754" cy="1100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2ED757E-0A73-44D7-A1D8-1F0D000D573A}"/>
              </a:ext>
            </a:extLst>
          </p:cNvPr>
          <p:cNvSpPr txBox="1"/>
          <p:nvPr/>
        </p:nvSpPr>
        <p:spPr>
          <a:xfrm>
            <a:off x="7432431" y="2959549"/>
            <a:ext cx="3211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로그인</a:t>
            </a:r>
            <a:endParaRPr lang="ko-KR" altLang="en-US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346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40A9855C-2338-45B8-A3BA-59F6BD32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6277" y="389914"/>
            <a:ext cx="2541181" cy="882296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차량 등록</a:t>
            </a:r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홈화면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BA916F-1250-4FCB-99A6-BF73558F6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157" y="-7952"/>
            <a:ext cx="3165231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F5B87AC-D99A-4041-8DD7-5B75259CC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172" y="0"/>
            <a:ext cx="3165231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E931FAF-4090-4E8D-8536-2BAE95FC0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457" y="0"/>
            <a:ext cx="3165231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A0269A-389E-4DA2-903D-D4B590CCA009}"/>
              </a:ext>
            </a:extLst>
          </p:cNvPr>
          <p:cNvSpPr txBox="1"/>
          <p:nvPr/>
        </p:nvSpPr>
        <p:spPr>
          <a:xfrm>
            <a:off x="282534" y="5130034"/>
            <a:ext cx="225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차량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CLAIM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번호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</a:t>
            </a:r>
            <a:endParaRPr lang="ko-KR" altLang="en-US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9DDF7-8BBF-490C-86D5-E00E99C3E0EE}"/>
              </a:ext>
            </a:extLst>
          </p:cNvPr>
          <p:cNvSpPr txBox="1"/>
          <p:nvPr/>
        </p:nvSpPr>
        <p:spPr>
          <a:xfrm>
            <a:off x="545226" y="5499366"/>
            <a:ext cx="1995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차량 닉네임 작성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FF4FA72-55DB-4B0F-9D38-9E0662E5C08B}"/>
              </a:ext>
            </a:extLst>
          </p:cNvPr>
          <p:cNvSpPr/>
          <p:nvPr/>
        </p:nvSpPr>
        <p:spPr>
          <a:xfrm>
            <a:off x="3078887" y="5149509"/>
            <a:ext cx="885807" cy="25009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51474A0-AD78-4B87-A743-FD5033C95FF6}"/>
              </a:ext>
            </a:extLst>
          </p:cNvPr>
          <p:cNvSpPr/>
          <p:nvPr/>
        </p:nvSpPr>
        <p:spPr>
          <a:xfrm>
            <a:off x="3167676" y="5556348"/>
            <a:ext cx="545583" cy="25009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BAFFA21-FADB-453E-AADC-E7B6DD35AE66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541180" y="5274555"/>
            <a:ext cx="537707" cy="40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991DCD1-2116-49DC-B440-974D4C84F21D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541181" y="5681394"/>
            <a:ext cx="626495" cy="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4EF6792-C437-47CA-B288-4DAFC30413B3}"/>
              </a:ext>
            </a:extLst>
          </p:cNvPr>
          <p:cNvSpPr/>
          <p:nvPr/>
        </p:nvSpPr>
        <p:spPr>
          <a:xfrm>
            <a:off x="5853437" y="3294755"/>
            <a:ext cx="2560873" cy="3320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051B8B3-7EBF-4CCA-BA9C-F4C77283FCDD}"/>
              </a:ext>
            </a:extLst>
          </p:cNvPr>
          <p:cNvCxnSpPr>
            <a:cxnSpLocks/>
            <a:stCxn id="18" idx="3"/>
            <a:endCxn id="16" idx="1"/>
          </p:cNvCxnSpPr>
          <p:nvPr/>
        </p:nvCxnSpPr>
        <p:spPr>
          <a:xfrm>
            <a:off x="5327374" y="3425488"/>
            <a:ext cx="526063" cy="35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A6D22CA-3A30-4D0E-884D-E4149A6CF18E}"/>
              </a:ext>
            </a:extLst>
          </p:cNvPr>
          <p:cNvSpPr txBox="1"/>
          <p:nvPr/>
        </p:nvSpPr>
        <p:spPr>
          <a:xfrm>
            <a:off x="4377412" y="3240822"/>
            <a:ext cx="949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등록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5AE755D-8C5D-43C2-AB0A-52D57F7FF7D2}"/>
              </a:ext>
            </a:extLst>
          </p:cNvPr>
          <p:cNvSpPr/>
          <p:nvPr/>
        </p:nvSpPr>
        <p:spPr>
          <a:xfrm>
            <a:off x="8414310" y="2107096"/>
            <a:ext cx="2924250" cy="25126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2B31BE8-9B6F-4182-84AE-28F9071441C1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9876436" y="1577204"/>
            <a:ext cx="563628" cy="513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8AA4CF5-5B03-4DDD-89F6-D45836244227}"/>
              </a:ext>
            </a:extLst>
          </p:cNvPr>
          <p:cNvSpPr txBox="1"/>
          <p:nvPr/>
        </p:nvSpPr>
        <p:spPr>
          <a:xfrm>
            <a:off x="10440064" y="1392538"/>
            <a:ext cx="1540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en-US" altLang="ko-KR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등록 확인</a:t>
            </a:r>
          </a:p>
        </p:txBody>
      </p:sp>
    </p:spTree>
    <p:extLst>
      <p:ext uri="{BB962C8B-B14F-4D97-AF65-F5344CB8AC3E}">
        <p14:creationId xmlns:p14="http://schemas.microsoft.com/office/powerpoint/2010/main" val="3983130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0B5460E9-A964-435C-930A-052324646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364" y="389914"/>
            <a:ext cx="2258646" cy="446332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지도 생성</a:t>
            </a:r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B42D80-A6C9-4A3E-98B3-C1E6C7C45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311" y="775544"/>
            <a:ext cx="2449344" cy="53069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7ADE07F-966D-4329-A53A-4916723BD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37" y="1781861"/>
            <a:ext cx="3419540" cy="35194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61A0E39-588E-402D-B479-4584C3A182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589" y="1272110"/>
            <a:ext cx="4562528" cy="4686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DCB05B-CD50-40B4-8937-1CE53DB9B7D4}"/>
              </a:ext>
            </a:extLst>
          </p:cNvPr>
          <p:cNvSpPr txBox="1"/>
          <p:nvPr/>
        </p:nvSpPr>
        <p:spPr>
          <a:xfrm>
            <a:off x="245748" y="1371989"/>
            <a:ext cx="225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en-US" altLang="ko-KR" dirty="0" err="1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Rviz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창 열기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A4A7DC6-6CDD-4AB5-94C4-4219C954B896}"/>
              </a:ext>
            </a:extLst>
          </p:cNvPr>
          <p:cNvSpPr/>
          <p:nvPr/>
        </p:nvSpPr>
        <p:spPr>
          <a:xfrm>
            <a:off x="4161271" y="3189652"/>
            <a:ext cx="2560873" cy="3320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27327D7-4635-471C-BCBD-D6E0E58B940D}"/>
              </a:ext>
            </a:extLst>
          </p:cNvPr>
          <p:cNvCxnSpPr>
            <a:cxnSpLocks/>
            <a:stCxn id="13" idx="3"/>
            <a:endCxn id="11" idx="2"/>
          </p:cNvCxnSpPr>
          <p:nvPr/>
        </p:nvCxnSpPr>
        <p:spPr>
          <a:xfrm flipV="1">
            <a:off x="5168798" y="3521751"/>
            <a:ext cx="272910" cy="647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D72011-4013-4734-97AE-ECC62054BD9A}"/>
              </a:ext>
            </a:extLst>
          </p:cNvPr>
          <p:cNvSpPr txBox="1"/>
          <p:nvPr/>
        </p:nvSpPr>
        <p:spPr>
          <a:xfrm>
            <a:off x="3721939" y="3984906"/>
            <a:ext cx="1446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지도 생성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64003-E15D-4861-9FC8-DF9EE20CEC86}"/>
              </a:ext>
            </a:extLst>
          </p:cNvPr>
          <p:cNvSpPr txBox="1"/>
          <p:nvPr/>
        </p:nvSpPr>
        <p:spPr>
          <a:xfrm>
            <a:off x="7263206" y="832115"/>
            <a:ext cx="324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en-US" altLang="ko-KR" dirty="0" err="1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Rviz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에서 변화된 지도 확인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7061AF6-831E-4452-AA95-86F552ED3C15}"/>
              </a:ext>
            </a:extLst>
          </p:cNvPr>
          <p:cNvSpPr/>
          <p:nvPr/>
        </p:nvSpPr>
        <p:spPr>
          <a:xfrm>
            <a:off x="4324181" y="1954924"/>
            <a:ext cx="2218509" cy="12347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FA1D7A24-8279-4A36-9DEF-B4DF4061782B}"/>
              </a:ext>
            </a:extLst>
          </p:cNvPr>
          <p:cNvCxnSpPr>
            <a:cxnSpLocks/>
            <a:stCxn id="33" idx="2"/>
            <a:endCxn id="24" idx="0"/>
          </p:cNvCxnSpPr>
          <p:nvPr/>
        </p:nvCxnSpPr>
        <p:spPr>
          <a:xfrm rot="5400000">
            <a:off x="5749579" y="258438"/>
            <a:ext cx="1380344" cy="201262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95E174D-92D2-4E4A-8DFF-6F2F1EE5D8EC}"/>
              </a:ext>
            </a:extLst>
          </p:cNvPr>
          <p:cNvSpPr txBox="1"/>
          <p:nvPr/>
        </p:nvSpPr>
        <p:spPr>
          <a:xfrm>
            <a:off x="6096000" y="205248"/>
            <a:ext cx="2700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3-1</a:t>
            </a:r>
            <a:r>
              <a:rPr lang="en-US" altLang="ko-KR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여기서도 확인 가능</a:t>
            </a:r>
          </a:p>
        </p:txBody>
      </p:sp>
    </p:spTree>
    <p:extLst>
      <p:ext uri="{BB962C8B-B14F-4D97-AF65-F5344CB8AC3E}">
        <p14:creationId xmlns:p14="http://schemas.microsoft.com/office/powerpoint/2010/main" val="3696666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164990F5-A478-417A-B809-DDF38B180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03" y="42557"/>
            <a:ext cx="2722180" cy="1255466"/>
          </a:xfrm>
        </p:spPr>
        <p:txBody>
          <a:bodyPr>
            <a:normAutofit fontScale="92500"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4-1.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실시간 영상</a:t>
            </a:r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실시간 카메라 화면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 MANUAL mode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EFD40-6EED-40F6-A374-616B6F4B52A1}"/>
              </a:ext>
            </a:extLst>
          </p:cNvPr>
          <p:cNvSpPr txBox="1"/>
          <p:nvPr/>
        </p:nvSpPr>
        <p:spPr>
          <a:xfrm>
            <a:off x="481641" y="1634747"/>
            <a:ext cx="210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카메라 연결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endParaRPr lang="ko-KR" altLang="en-US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F6F258-162D-4782-AC4C-BA99CB097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883" y="740980"/>
            <a:ext cx="2638905" cy="57176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2EB9A1B-C666-4FC9-BF4B-FD0192D3C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714" y="740980"/>
            <a:ext cx="2638905" cy="571762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EFA3958-3409-4A5A-8509-530A1FB8C0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583" y="740980"/>
            <a:ext cx="2638905" cy="57176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B0722FB-0514-4B28-8370-221ABFA58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414" y="740980"/>
            <a:ext cx="2638905" cy="5717628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259C12D-F0A0-40E9-AB75-F6C1C026A575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533593" y="2004079"/>
            <a:ext cx="2054865" cy="876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6B1CFE9-26EC-4104-874A-A064A00D0439}"/>
              </a:ext>
            </a:extLst>
          </p:cNvPr>
          <p:cNvSpPr/>
          <p:nvPr/>
        </p:nvSpPr>
        <p:spPr>
          <a:xfrm>
            <a:off x="3588458" y="2727435"/>
            <a:ext cx="1020329" cy="3055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E27ED70-761C-4C61-B14E-95BB918CAB24}"/>
              </a:ext>
            </a:extLst>
          </p:cNvPr>
          <p:cNvSpPr/>
          <p:nvPr/>
        </p:nvSpPr>
        <p:spPr>
          <a:xfrm>
            <a:off x="5801642" y="1770756"/>
            <a:ext cx="2621912" cy="151898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5E75283-FE75-4214-A5C8-69C082EF9F5D}"/>
              </a:ext>
            </a:extLst>
          </p:cNvPr>
          <p:cNvSpPr/>
          <p:nvPr/>
        </p:nvSpPr>
        <p:spPr>
          <a:xfrm>
            <a:off x="9631128" y="3584576"/>
            <a:ext cx="879218" cy="2832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4C89173-69DD-4F7D-912E-67EC458D66A8}"/>
              </a:ext>
            </a:extLst>
          </p:cNvPr>
          <p:cNvSpPr/>
          <p:nvPr/>
        </p:nvSpPr>
        <p:spPr>
          <a:xfrm>
            <a:off x="9626557" y="4016843"/>
            <a:ext cx="879218" cy="867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A47482-3DAD-4014-AAF3-47E2F1B76D4A}"/>
              </a:ext>
            </a:extLst>
          </p:cNvPr>
          <p:cNvSpPr txBox="1"/>
          <p:nvPr/>
        </p:nvSpPr>
        <p:spPr>
          <a:xfrm>
            <a:off x="5252801" y="3903617"/>
            <a:ext cx="226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실시간 영상 확인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35030B1-B6A6-4E3F-940B-4DDF6459AF18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6383849" y="3289738"/>
            <a:ext cx="728749" cy="613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5FD0D4B-324B-4D97-90FA-AB97E8A43ACF}"/>
              </a:ext>
            </a:extLst>
          </p:cNvPr>
          <p:cNvSpPr txBox="1"/>
          <p:nvPr/>
        </p:nvSpPr>
        <p:spPr>
          <a:xfrm>
            <a:off x="8091131" y="5542736"/>
            <a:ext cx="2266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MANUAL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모드에서 조이스틱 수동 조작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C269AD5-AA0D-4438-8D9D-3C2085FBB316}"/>
              </a:ext>
            </a:extLst>
          </p:cNvPr>
          <p:cNvCxnSpPr>
            <a:cxnSpLocks/>
            <a:stCxn id="32" idx="0"/>
            <a:endCxn id="22" idx="1"/>
          </p:cNvCxnSpPr>
          <p:nvPr/>
        </p:nvCxnSpPr>
        <p:spPr>
          <a:xfrm flipV="1">
            <a:off x="9224538" y="3726192"/>
            <a:ext cx="406590" cy="1816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05A1A1D-8865-49BE-AB01-E6A47B87639F}"/>
              </a:ext>
            </a:extLst>
          </p:cNvPr>
          <p:cNvCxnSpPr>
            <a:cxnSpLocks/>
            <a:stCxn id="32" idx="0"/>
            <a:endCxn id="23" idx="3"/>
          </p:cNvCxnSpPr>
          <p:nvPr/>
        </p:nvCxnSpPr>
        <p:spPr>
          <a:xfrm flipV="1">
            <a:off x="9224538" y="4756963"/>
            <a:ext cx="530777" cy="785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932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3EFD40-6EED-40F6-A374-616B6F4B52A1}"/>
              </a:ext>
            </a:extLst>
          </p:cNvPr>
          <p:cNvSpPr txBox="1"/>
          <p:nvPr/>
        </p:nvSpPr>
        <p:spPr>
          <a:xfrm>
            <a:off x="1059967" y="2135522"/>
            <a:ext cx="23911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AUTO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모드로 변경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후 자율주행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(patrol) </a:t>
            </a:r>
            <a:endParaRPr lang="ko-KR" altLang="en-US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A47482-3DAD-4014-AAF3-47E2F1B76D4A}"/>
              </a:ext>
            </a:extLst>
          </p:cNvPr>
          <p:cNvSpPr txBox="1"/>
          <p:nvPr/>
        </p:nvSpPr>
        <p:spPr>
          <a:xfrm>
            <a:off x="6639478" y="3105834"/>
            <a:ext cx="1763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벌레 발견 후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tracking</a:t>
            </a:r>
          </a:p>
        </p:txBody>
      </p:sp>
      <p:sp>
        <p:nvSpPr>
          <p:cNvPr id="20" name="부제목 2">
            <a:extLst>
              <a:ext uri="{FF2B5EF4-FFF2-40B4-BE49-F238E27FC236}">
                <a16:creationId xmlns:a16="http://schemas.microsoft.com/office/drawing/2014/main" id="{7458E6C9-37F6-423C-8F2A-8D73C34B33A2}"/>
              </a:ext>
            </a:extLst>
          </p:cNvPr>
          <p:cNvSpPr txBox="1">
            <a:spLocks/>
          </p:cNvSpPr>
          <p:nvPr/>
        </p:nvSpPr>
        <p:spPr>
          <a:xfrm>
            <a:off x="65403" y="42557"/>
            <a:ext cx="2722180" cy="12554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4-2.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실시간 영상</a:t>
            </a:r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실시간 카메라 화면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 AUTO mode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7D476C-E318-49B6-A260-A0341107C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490" y="605509"/>
            <a:ext cx="2697117" cy="584375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1BBB690-D90C-48EE-8B8C-24B71E95B4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64" y="605509"/>
            <a:ext cx="2697117" cy="5843752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6B1CFE9-26EC-4104-874A-A064A00D0439}"/>
              </a:ext>
            </a:extLst>
          </p:cNvPr>
          <p:cNvSpPr/>
          <p:nvPr/>
        </p:nvSpPr>
        <p:spPr>
          <a:xfrm>
            <a:off x="3824516" y="3527385"/>
            <a:ext cx="831568" cy="26587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259C12D-F0A0-40E9-AB75-F6C1C026A575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255519" y="3058852"/>
            <a:ext cx="1568996" cy="605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E27ED70-761C-4C61-B14E-95BB918CAB24}"/>
              </a:ext>
            </a:extLst>
          </p:cNvPr>
          <p:cNvSpPr/>
          <p:nvPr/>
        </p:nvSpPr>
        <p:spPr>
          <a:xfrm>
            <a:off x="8734092" y="1683276"/>
            <a:ext cx="2621912" cy="151898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35030B1-B6A6-4E3F-940B-4DDF6459AF18}"/>
              </a:ext>
            </a:extLst>
          </p:cNvPr>
          <p:cNvCxnSpPr>
            <a:cxnSpLocks/>
            <a:stCxn id="24" idx="0"/>
            <a:endCxn id="21" idx="1"/>
          </p:cNvCxnSpPr>
          <p:nvPr/>
        </p:nvCxnSpPr>
        <p:spPr>
          <a:xfrm flipV="1">
            <a:off x="7521250" y="2442767"/>
            <a:ext cx="1212842" cy="663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662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7F512907-4885-4CC9-8497-E0AF20D79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939" y="1030011"/>
            <a:ext cx="2561290" cy="554946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76CE07E-2548-4D1A-B365-39C16BC3C6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913" y="1030011"/>
            <a:ext cx="2561290" cy="554946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B7D23B9C-3EA7-48D1-86C3-91922E8922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106" y="1030012"/>
            <a:ext cx="2561290" cy="55494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3EFD40-6EED-40F6-A374-616B6F4B52A1}"/>
              </a:ext>
            </a:extLst>
          </p:cNvPr>
          <p:cNvSpPr txBox="1"/>
          <p:nvPr/>
        </p:nvSpPr>
        <p:spPr>
          <a:xfrm>
            <a:off x="318003" y="2073435"/>
            <a:ext cx="2391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벌레 탐지 시 알림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A47482-3DAD-4014-AAF3-47E2F1B76D4A}"/>
              </a:ext>
            </a:extLst>
          </p:cNvPr>
          <p:cNvSpPr txBox="1"/>
          <p:nvPr/>
        </p:nvSpPr>
        <p:spPr>
          <a:xfrm>
            <a:off x="6238444" y="3743118"/>
            <a:ext cx="176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알림 클릭 후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" name="부제목 2">
            <a:extLst>
              <a:ext uri="{FF2B5EF4-FFF2-40B4-BE49-F238E27FC236}">
                <a16:creationId xmlns:a16="http://schemas.microsoft.com/office/drawing/2014/main" id="{7458E6C9-37F6-423C-8F2A-8D73C34B33A2}"/>
              </a:ext>
            </a:extLst>
          </p:cNvPr>
          <p:cNvSpPr txBox="1">
            <a:spLocks/>
          </p:cNvSpPr>
          <p:nvPr/>
        </p:nvSpPr>
        <p:spPr>
          <a:xfrm>
            <a:off x="65403" y="605508"/>
            <a:ext cx="2722180" cy="426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5.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벌레 탐지 알림</a:t>
            </a:r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6B1CFE9-26EC-4104-874A-A064A00D0439}"/>
              </a:ext>
            </a:extLst>
          </p:cNvPr>
          <p:cNvSpPr/>
          <p:nvPr/>
        </p:nvSpPr>
        <p:spPr>
          <a:xfrm>
            <a:off x="3893521" y="2338726"/>
            <a:ext cx="1039970" cy="92999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259C12D-F0A0-40E9-AB75-F6C1C026A575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1513555" y="1213945"/>
            <a:ext cx="1665721" cy="859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E27ED70-761C-4C61-B14E-95BB918CAB24}"/>
              </a:ext>
            </a:extLst>
          </p:cNvPr>
          <p:cNvSpPr/>
          <p:nvPr/>
        </p:nvSpPr>
        <p:spPr>
          <a:xfrm>
            <a:off x="5754225" y="2390011"/>
            <a:ext cx="2561290" cy="8274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35030B1-B6A6-4E3F-940B-4DDF6459AF18}"/>
              </a:ext>
            </a:extLst>
          </p:cNvPr>
          <p:cNvCxnSpPr>
            <a:cxnSpLocks/>
            <a:stCxn id="24" idx="0"/>
            <a:endCxn id="21" idx="2"/>
          </p:cNvCxnSpPr>
          <p:nvPr/>
        </p:nvCxnSpPr>
        <p:spPr>
          <a:xfrm flipH="1" flipV="1">
            <a:off x="7034870" y="3217431"/>
            <a:ext cx="85346" cy="525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7337AC9-0E40-48BF-81B4-1FE76552468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1513555" y="1363960"/>
            <a:ext cx="3126764" cy="709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4C1360D9-8943-4763-A909-3D148BC1FAE3}"/>
              </a:ext>
            </a:extLst>
          </p:cNvPr>
          <p:cNvSpPr/>
          <p:nvPr/>
        </p:nvSpPr>
        <p:spPr>
          <a:xfrm>
            <a:off x="3148965" y="1030012"/>
            <a:ext cx="193325" cy="2156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35573DA-EEBD-4519-A8A5-508A60F16F3A}"/>
              </a:ext>
            </a:extLst>
          </p:cNvPr>
          <p:cNvSpPr/>
          <p:nvPr/>
        </p:nvSpPr>
        <p:spPr>
          <a:xfrm>
            <a:off x="4640319" y="1229710"/>
            <a:ext cx="277407" cy="2786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63A59CA-7244-4244-9A93-1069721126E7}"/>
              </a:ext>
            </a:extLst>
          </p:cNvPr>
          <p:cNvCxnSpPr>
            <a:cxnSpLocks/>
            <a:stCxn id="3" idx="3"/>
            <a:endCxn id="19" idx="1"/>
          </p:cNvCxnSpPr>
          <p:nvPr/>
        </p:nvCxnSpPr>
        <p:spPr>
          <a:xfrm>
            <a:off x="2709106" y="2258101"/>
            <a:ext cx="1184415" cy="545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EBBC56E-3DC2-41A3-BD36-3EE036953E63}"/>
              </a:ext>
            </a:extLst>
          </p:cNvPr>
          <p:cNvSpPr/>
          <p:nvPr/>
        </p:nvSpPr>
        <p:spPr>
          <a:xfrm>
            <a:off x="8661899" y="893381"/>
            <a:ext cx="2952032" cy="58174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DC029B3-81D8-4ADC-8470-684F1D221FD7}"/>
              </a:ext>
            </a:extLst>
          </p:cNvPr>
          <p:cNvCxnSpPr>
            <a:cxnSpLocks/>
            <a:stCxn id="24" idx="3"/>
            <a:endCxn id="54" idx="1"/>
          </p:cNvCxnSpPr>
          <p:nvPr/>
        </p:nvCxnSpPr>
        <p:spPr>
          <a:xfrm flipV="1">
            <a:off x="8001987" y="3802119"/>
            <a:ext cx="659912" cy="125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023766D-C9E0-40CA-A314-10048F9EB124}"/>
              </a:ext>
            </a:extLst>
          </p:cNvPr>
          <p:cNvSpPr txBox="1"/>
          <p:nvPr/>
        </p:nvSpPr>
        <p:spPr>
          <a:xfrm>
            <a:off x="7784214" y="4027912"/>
            <a:ext cx="1918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대시보드 확인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531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0FD1AB2-C7B1-4A33-9DA2-27DA92530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0724" y="809295"/>
            <a:ext cx="2561290" cy="55494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CC066E-46CA-470E-8459-FDAC3964B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495" y="809295"/>
            <a:ext cx="2561290" cy="55494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3EFD40-6EED-40F6-A374-616B6F4B52A1}"/>
              </a:ext>
            </a:extLst>
          </p:cNvPr>
          <p:cNvSpPr txBox="1"/>
          <p:nvPr/>
        </p:nvSpPr>
        <p:spPr>
          <a:xfrm>
            <a:off x="109496" y="3841503"/>
            <a:ext cx="2065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대시보드에서 상세보기 클릭</a:t>
            </a:r>
            <a:endParaRPr lang="ko-KR" altLang="en-US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A47482-3DAD-4014-AAF3-47E2F1B76D4A}"/>
              </a:ext>
            </a:extLst>
          </p:cNvPr>
          <p:cNvSpPr txBox="1"/>
          <p:nvPr/>
        </p:nvSpPr>
        <p:spPr>
          <a:xfrm>
            <a:off x="5751355" y="1752587"/>
            <a:ext cx="221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탐지 스냅샷 확인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" name="부제목 2">
            <a:extLst>
              <a:ext uri="{FF2B5EF4-FFF2-40B4-BE49-F238E27FC236}">
                <a16:creationId xmlns:a16="http://schemas.microsoft.com/office/drawing/2014/main" id="{7458E6C9-37F6-423C-8F2A-8D73C34B33A2}"/>
              </a:ext>
            </a:extLst>
          </p:cNvPr>
          <p:cNvSpPr txBox="1">
            <a:spLocks/>
          </p:cNvSpPr>
          <p:nvPr/>
        </p:nvSpPr>
        <p:spPr>
          <a:xfrm>
            <a:off x="103852" y="399909"/>
            <a:ext cx="2722180" cy="4093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6.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대시보드 확인</a:t>
            </a:r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62F05EB-3414-47D5-83E4-449F6DA5E0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266" y="809296"/>
            <a:ext cx="2561290" cy="5549461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6B1CFE9-26EC-4104-874A-A064A00D0439}"/>
              </a:ext>
            </a:extLst>
          </p:cNvPr>
          <p:cNvSpPr/>
          <p:nvPr/>
        </p:nvSpPr>
        <p:spPr>
          <a:xfrm>
            <a:off x="2638625" y="5513840"/>
            <a:ext cx="2022711" cy="26587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259C12D-F0A0-40E9-AB75-F6C1C026A575}"/>
              </a:ext>
            </a:extLst>
          </p:cNvPr>
          <p:cNvCxnSpPr>
            <a:cxnSpLocks/>
            <a:stCxn id="3" idx="3"/>
            <a:endCxn id="19" idx="0"/>
          </p:cNvCxnSpPr>
          <p:nvPr/>
        </p:nvCxnSpPr>
        <p:spPr>
          <a:xfrm>
            <a:off x="2174779" y="4164669"/>
            <a:ext cx="1475202" cy="1349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D9FA08B-1DB1-4E81-A902-9D1F66909F2C}"/>
              </a:ext>
            </a:extLst>
          </p:cNvPr>
          <p:cNvSpPr/>
          <p:nvPr/>
        </p:nvSpPr>
        <p:spPr>
          <a:xfrm>
            <a:off x="7273159" y="3946634"/>
            <a:ext cx="704194" cy="2653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945F672-79A3-4F9E-8EEB-306064803978}"/>
              </a:ext>
            </a:extLst>
          </p:cNvPr>
          <p:cNvSpPr/>
          <p:nvPr/>
        </p:nvSpPr>
        <p:spPr>
          <a:xfrm>
            <a:off x="5697135" y="2118998"/>
            <a:ext cx="2359044" cy="18276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4712CF1-3A2B-4716-9F96-E73069C3AE2F}"/>
              </a:ext>
            </a:extLst>
          </p:cNvPr>
          <p:cNvSpPr/>
          <p:nvPr/>
        </p:nvSpPr>
        <p:spPr>
          <a:xfrm>
            <a:off x="8780723" y="2515182"/>
            <a:ext cx="2561289" cy="20725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6B454A-49E1-46EA-996F-1E5B430006B3}"/>
              </a:ext>
            </a:extLst>
          </p:cNvPr>
          <p:cNvSpPr txBox="1"/>
          <p:nvPr/>
        </p:nvSpPr>
        <p:spPr>
          <a:xfrm>
            <a:off x="7022343" y="4807723"/>
            <a:ext cx="2067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영상 확인 버튼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클릭 후 영상 확인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5F05636-4125-44D8-9BD3-C931308A3A19}"/>
              </a:ext>
            </a:extLst>
          </p:cNvPr>
          <p:cNvCxnSpPr>
            <a:cxnSpLocks/>
            <a:stCxn id="28" idx="0"/>
            <a:endCxn id="23" idx="2"/>
          </p:cNvCxnSpPr>
          <p:nvPr/>
        </p:nvCxnSpPr>
        <p:spPr>
          <a:xfrm flipH="1" flipV="1">
            <a:off x="7625256" y="4212004"/>
            <a:ext cx="430923" cy="595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7E85FF0-4225-48F7-B9B5-7A5CE2FCD09D}"/>
              </a:ext>
            </a:extLst>
          </p:cNvPr>
          <p:cNvCxnSpPr>
            <a:cxnSpLocks/>
            <a:stCxn id="28" idx="0"/>
            <a:endCxn id="5" idx="1"/>
          </p:cNvCxnSpPr>
          <p:nvPr/>
        </p:nvCxnSpPr>
        <p:spPr>
          <a:xfrm flipV="1">
            <a:off x="8056179" y="3584026"/>
            <a:ext cx="724545" cy="1223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408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166</Words>
  <Application>Microsoft Office PowerPoint</Application>
  <PresentationFormat>와이드스크린</PresentationFormat>
  <Paragraphs>38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HY헤드라인M</vt:lpstr>
      <vt:lpstr>맑은 고딕</vt:lpstr>
      <vt:lpstr>Arial</vt:lpstr>
      <vt:lpstr>Office 테마</vt:lpstr>
      <vt:lpstr>시연 시나리오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시연 시나리오</dc:title>
  <dc:creator>SSAFY</dc:creator>
  <cp:lastModifiedBy>SSAFY</cp:lastModifiedBy>
  <cp:revision>16</cp:revision>
  <dcterms:created xsi:type="dcterms:W3CDTF">2026-02-08T14:20:23Z</dcterms:created>
  <dcterms:modified xsi:type="dcterms:W3CDTF">2026-02-08T17:13:44Z</dcterms:modified>
</cp:coreProperties>
</file>